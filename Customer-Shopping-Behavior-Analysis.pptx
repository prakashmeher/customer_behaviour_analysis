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  <p:embeddedFont>
      <p:font typeface="Montserrat Ligh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4928568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3,900 purchases • 18 features • Actionable insights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443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518470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71383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12251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3,900 rows • 18 columns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518470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71383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12251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Demographics, purchase details, behavior, subscription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11172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71576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37 missing review ratings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5433" y="128389"/>
            <a:ext cx="4400638" cy="6601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 — Python Workflow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61475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1560116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&amp; Inspect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475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pandas df.info() and describe()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2844304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1475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Impute review_rating by category median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4128393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61475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age_group, purchase_frequency_days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1475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475" y="5412581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9" name="Text 16"/>
          <p:cNvSpPr/>
          <p:nvPr/>
        </p:nvSpPr>
        <p:spPr>
          <a:xfrm>
            <a:off x="661475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61475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Load cleaned DataFrame to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Stats Snapshot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82535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47449" y="2890242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Purchase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47449" y="3374529"/>
            <a:ext cx="2719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$59.76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02903" y="282535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17151" y="2890242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Rating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817151" y="3374529"/>
            <a:ext cx="27193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3.75 (3863 non-null)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33201" y="405497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47449" y="4119860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Category Items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247449" y="4604147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Blouse, Pants, Shirt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6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Insights — Revenue &amp; Segments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220" y="1621334"/>
            <a:ext cx="6601156" cy="4068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081" y="1768576"/>
            <a:ext cx="2249796" cy="611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Gender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297048" y="4931412"/>
            <a:ext cx="2249797" cy="611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 vs Non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647130" y="1921419"/>
            <a:ext cx="2419618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Spend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970719" y="4920543"/>
            <a:ext cx="2249796" cy="611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Segments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0282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Quick view of revenue distribution and segments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High-Value &amp; Discount Behavior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739033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41903" y="2739033"/>
            <a:ext cx="61945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Discount-Dependent Products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341903" y="3223320"/>
            <a:ext cx="61945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Top: Hat (50%), Sneakers (49.66%), Coat (49.07%), Sweater (48.17%), Pants (47.37%)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4206180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1903" y="4206180"/>
            <a:ext cx="61945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High-Spend Discount Users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341903" y="4690467"/>
            <a:ext cx="61945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839 rows: customers using discounts but spending above average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59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&amp; Rating Highlights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34630"/>
            <a:ext cx="2009923" cy="2009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8084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508952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Avg rating 3.86 — top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434630"/>
            <a:ext cx="2009923" cy="2009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68084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Sandals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508952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Avg rating 3.84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434630"/>
            <a:ext cx="2009923" cy="2009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68084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508952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Avg rating 3.82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Shipping, Subscription &amp; Age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1993106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39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Dashboard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60688"/>
            <a:ext cx="3504219" cy="1810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398341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3.9K customers • $59.76 avg purchase • 3.75 avg rating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Subscribers: Yes 27% / No 73%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Filters: Subscription, Gender, Shipping, Category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1895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Recommendations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8357"/>
            <a:ext cx="3508486" cy="1873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07622" y="1753493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6952" y="2338884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 Subscriptions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6952" y="2723356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Promote exclusive subscriber benefits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605" y="1618357"/>
            <a:ext cx="3508486" cy="1873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7751" y="1753493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47082" y="2338884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Loyalty Programs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47082" y="2723356"/>
            <a:ext cx="30975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Reward repeat buyers to increase loyalty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1734" y="1618357"/>
            <a:ext cx="3508486" cy="1873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7881" y="1753493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227211" y="2338884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Discount Policy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27211" y="2723356"/>
            <a:ext cx="30975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 sales lift with margin control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663454"/>
            <a:ext cx="5348551" cy="15919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27654" y="3798590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66952" y="4383980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Positioning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866952" y="4768453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Highlight top-rated &amp; best-selling items in campaigns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1670" y="3663454"/>
            <a:ext cx="5348551" cy="15919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47849" y="3798590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387146" y="4383980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Marketing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6387146" y="4768453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Focus on high-revenue age groups and express-shipping users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61475" y="5448598"/>
            <a:ext cx="10868745" cy="697508"/>
          </a:xfrm>
          <a:prstGeom prst="roundRect">
            <a:avLst>
              <a:gd name="adj" fmla="val 10848"/>
            </a:avLst>
          </a:prstGeom>
          <a:solidFill>
            <a:srgbClr val="31136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552" y="5691684"/>
            <a:ext cx="225122" cy="18008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46752" y="5665192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Next steps: A/B test subscription offers; monitor discount impact on margin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2026-09-21T09:00:49Z</dcterms:created>
  <dcterms:modified xsi:type="dcterms:W3CDTF">2026-09-21T09:00:49Z</dcterms:modified>
</cp:coreProperties>
</file>